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01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583680" cy="4663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36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[Subtítulo / Descrição da Aula]</a:t>
            </a:r>
            <a:br/>
            <a:br/>
            <a:r>
              <a:t>📅 Data da Aula: [DD/MM/AAAA]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6400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OVERPRINT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79" y="1417319"/>
            <a:ext cx="4206240" cy="4663440"/>
          </a:xfrm>
          <a:prstGeom prst="rect">
            <a:avLst/>
          </a:prstGeom>
          <a:solidFill>
            <a:srgbClr val="14C8B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280160"/>
            <a:ext cx="4206240" cy="4663440"/>
          </a:xfrm>
          <a:prstGeom prst="rect">
            <a:avLst/>
          </a:prstGeom>
          <a:solidFill>
            <a:srgbClr val="4F35E2">
              <a:alpha val="30000"/>
            </a:srgbClr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[Poster Overprint]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Sobreposição de Registro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00" cy="2103120"/>
          </a:xfrm>
          <a:prstGeom prst="rect">
            <a:avLst/>
          </a:prstGeom>
          <a:solidFill>
            <a:srgbClr val="4F35E2">
              <a:alpha val="20000"/>
            </a:srgbClr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78992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DOCENTE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10972800" cy="2286000"/>
          </a:xfrm>
          <a:prstGeom prst="rect">
            <a:avLst/>
          </a:prstGeom>
          <a:solidFill>
            <a:srgbClr val="14C8B0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59"/>
            <a:ext cx="107899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STUDENTS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286000"/>
          </a:xfrm>
          <a:prstGeom prst="rect">
            <a:avLst/>
          </a:prstGeom>
          <a:solidFill>
            <a:srgbClr val="4F35E2">
              <a:alpha val="2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2179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SPEAK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621792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NEURO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1508760"/>
            <a:ext cx="4389120" cy="4663440"/>
          </a:xfrm>
          <a:prstGeom prst="rect">
            <a:avLst/>
          </a:prstGeom>
          <a:solidFill>
            <a:srgbClr val="14C8B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371600"/>
            <a:ext cx="4389120" cy="4663440"/>
          </a:xfrm>
          <a:prstGeom prst="rect">
            <a:avLst/>
          </a:prstGeom>
          <a:solidFill>
            <a:srgbClr val="4F35E2">
              <a:alpha val="30000"/>
            </a:srgbClr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Overprint]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Sobreposição de Metas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1371600"/>
          </a:xfrm>
          <a:prstGeom prst="rect">
            <a:avLst/>
          </a:prstGeom>
          <a:solidFill>
            <a:srgbClr val="4F35E2">
              <a:alpha val="2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Goal #01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[Objetivo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6400800" cy="1371600"/>
          </a:xfrm>
          <a:prstGeom prst="rect">
            <a:avLst/>
          </a:prstGeom>
          <a:solidFill>
            <a:srgbClr val="14C8B0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Goal #02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[Objetivo 2]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6400800" cy="1554480"/>
          </a:xfrm>
          <a:prstGeom prst="rect">
            <a:avLst/>
          </a:prstGeom>
          <a:solidFill>
            <a:srgbClr val="1E3A8A">
              <a:alpha val="2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Goal #03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[Objetivo 3]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371600"/>
            <a:ext cx="4389120" cy="4663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417320"/>
            <a:ext cx="4206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WRITE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Estrutura Haas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219456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PASSO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486400" cy="219456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303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PASSO 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3474720" cy="2286000"/>
          </a:xfrm>
          <a:prstGeom prst="rect">
            <a:avLst/>
          </a:prstGeom>
          <a:solidFill>
            <a:srgbClr val="1E3A8A">
              <a:alpha val="2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Prática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329183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PASSO 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840480"/>
            <a:ext cx="3657600" cy="228600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Aplicação prática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3886200"/>
            <a:ext cx="3474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PASSO 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3474720" cy="228600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Consolidação visual.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86200"/>
            <a:ext cx="329183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PASSO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00" cy="4663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217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FOCUS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71600"/>
            <a:ext cx="4389120" cy="219456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17320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EXAMP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3840480"/>
            <a:ext cx="4389120" cy="2194560"/>
          </a:xfrm>
          <a:prstGeom prst="rect">
            <a:avLst/>
          </a:prstGeom>
          <a:solidFill>
            <a:srgbClr val="1E3A8A">
              <a:alpha val="2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886200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00" cy="4663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217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FOCUS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71600"/>
            <a:ext cx="4389120" cy="219456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17320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EXAMP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3840480"/>
            <a:ext cx="4389120" cy="2194560"/>
          </a:xfrm>
          <a:prstGeom prst="rect">
            <a:avLst/>
          </a:prstGeom>
          <a:solidFill>
            <a:srgbClr val="1E3A8A">
              <a:alpha val="2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886200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00" cy="4663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217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FOCUS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71600"/>
            <a:ext cx="4389120" cy="219456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17320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EXAMP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3840480"/>
            <a:ext cx="4389120" cy="2194560"/>
          </a:xfrm>
          <a:prstGeom prst="rect">
            <a:avLst/>
          </a:prstGeom>
          <a:solidFill>
            <a:srgbClr val="1E3A8A">
              <a:alpha val="2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886200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4663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1206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5486400" cy="466344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MEDIA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685800" cy="320040"/>
          </a:xfrm>
          <a:prstGeom prst="rect">
            <a:avLst/>
          </a:prstGeom>
          <a:solidFill>
            <a:srgbClr val="4F35E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303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61488"/>
            <a:ext cx="685800" cy="320040"/>
          </a:xfrm>
          <a:prstGeom prst="rect">
            <a:avLst/>
          </a:prstGeom>
          <a:solidFill>
            <a:srgbClr val="14C8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651760"/>
            <a:ext cx="5303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761488"/>
            <a:ext cx="685800" cy="320040"/>
          </a:xfrm>
          <a:prstGeom prst="rect">
            <a:avLst/>
          </a:prstGeom>
          <a:solidFill>
            <a:srgbClr val="14C8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90288"/>
            <a:ext cx="685800" cy="320040"/>
          </a:xfrm>
          <a:prstGeom prst="rect">
            <a:avLst/>
          </a:prstGeom>
          <a:solidFill>
            <a:srgbClr val="4F35E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480560"/>
            <a:ext cx="5303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590288"/>
            <a:ext cx="685800" cy="320040"/>
          </a:xfrm>
          <a:prstGeom prst="rect">
            <a:avLst/>
          </a:prstGeom>
          <a:solidFill>
            <a:srgbClr val="4F35E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685800" cy="320040"/>
          </a:xfrm>
          <a:prstGeom prst="rect">
            <a:avLst/>
          </a:prstGeom>
          <a:solidFill>
            <a:srgbClr val="14C8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303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61488"/>
            <a:ext cx="685800" cy="320040"/>
          </a:xfrm>
          <a:prstGeom prst="rect">
            <a:avLst/>
          </a:prstGeom>
          <a:solidFill>
            <a:srgbClr val="4F35E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651760"/>
            <a:ext cx="5303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761488"/>
            <a:ext cx="685800" cy="320040"/>
          </a:xfrm>
          <a:prstGeom prst="rect">
            <a:avLst/>
          </a:prstGeom>
          <a:solidFill>
            <a:srgbClr val="4F35E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90288"/>
            <a:ext cx="685800" cy="320040"/>
          </a:xfrm>
          <a:prstGeom prst="rect">
            <a:avLst/>
          </a:prstGeom>
          <a:solidFill>
            <a:srgbClr val="14C8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480560"/>
            <a:ext cx="5303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77240" tIns="109728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590288"/>
            <a:ext cx="685800" cy="320040"/>
          </a:xfrm>
          <a:prstGeom prst="rect">
            <a:avLst/>
          </a:prstGeom>
          <a:solidFill>
            <a:srgbClr val="14C8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[1/8]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00" cy="2377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Q01: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789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SPEAKING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0972800" cy="210312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078992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TEACHER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[2/8]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Q02: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217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ACTIVE Q02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621792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TEACHER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371600"/>
            <a:ext cx="4389120" cy="4663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17320"/>
            <a:ext cx="4206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[3/8]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Q03: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217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ACTIVE Q03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621792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TEACHER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371600"/>
            <a:ext cx="4389120" cy="2276856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17320"/>
            <a:ext cx="4206240" cy="2185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3758183"/>
            <a:ext cx="4389120" cy="2276856"/>
          </a:xfrm>
          <a:prstGeom prst="rect">
            <a:avLst/>
          </a:prstGeom>
          <a:solidFill>
            <a:srgbClr val="14C8B0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803903"/>
            <a:ext cx="4206240" cy="2185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[4/8]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Q04: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217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ACTIVE Q04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621792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TEACHER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371600"/>
            <a:ext cx="4389120" cy="1481328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17320"/>
            <a:ext cx="4206240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962656"/>
            <a:ext cx="4389120" cy="1481328"/>
          </a:xfrm>
          <a:prstGeom prst="rect">
            <a:avLst/>
          </a:prstGeom>
          <a:solidFill>
            <a:srgbClr val="14C8B0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008375"/>
            <a:ext cx="4206240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553712"/>
            <a:ext cx="4389120" cy="1481328"/>
          </a:xfrm>
          <a:prstGeom prst="rect">
            <a:avLst/>
          </a:prstGeom>
          <a:solidFill>
            <a:srgbClr val="1E3A8A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599431"/>
            <a:ext cx="4206240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[5/8]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Q05: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217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ACTIVE Q05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621792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TEACHER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371600"/>
            <a:ext cx="4389120" cy="1083563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17320"/>
            <a:ext cx="4206240" cy="992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564891"/>
            <a:ext cx="4389120" cy="1083563"/>
          </a:xfrm>
          <a:prstGeom prst="rect">
            <a:avLst/>
          </a:prstGeom>
          <a:solidFill>
            <a:srgbClr val="14C8B0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610611"/>
            <a:ext cx="4206240" cy="992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3758183"/>
            <a:ext cx="4389120" cy="1083563"/>
          </a:xfrm>
          <a:prstGeom prst="rect">
            <a:avLst/>
          </a:prstGeom>
          <a:solidFill>
            <a:srgbClr val="1E3A8A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803903"/>
            <a:ext cx="4206240" cy="992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4951475"/>
            <a:ext cx="4389120" cy="1083563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997195"/>
            <a:ext cx="4206240" cy="992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[6/8]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Q06: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217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ACTIVE Q06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621792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TEACHER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371600"/>
            <a:ext cx="4389120" cy="844905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17320"/>
            <a:ext cx="4206240" cy="753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326233"/>
            <a:ext cx="4389120" cy="844905"/>
          </a:xfrm>
          <a:prstGeom prst="rect">
            <a:avLst/>
          </a:prstGeom>
          <a:solidFill>
            <a:srgbClr val="14C8B0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371953"/>
            <a:ext cx="4206240" cy="753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3280867"/>
            <a:ext cx="4389120" cy="844905"/>
          </a:xfrm>
          <a:prstGeom prst="rect">
            <a:avLst/>
          </a:prstGeom>
          <a:solidFill>
            <a:srgbClr val="1E3A8A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26587"/>
            <a:ext cx="4206240" cy="753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4235500"/>
            <a:ext cx="4389120" cy="844905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281220"/>
            <a:ext cx="4206240" cy="753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5190134"/>
            <a:ext cx="4389120" cy="844905"/>
          </a:xfrm>
          <a:prstGeom prst="rect">
            <a:avLst/>
          </a:prstGeom>
          <a:solidFill>
            <a:srgbClr val="14C8B0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235854"/>
            <a:ext cx="4206240" cy="753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[7/8]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Q07: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217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ACTIVE Q07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621792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TEACHER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371600"/>
            <a:ext cx="4389120" cy="68580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17320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167128"/>
            <a:ext cx="4389120" cy="685800"/>
          </a:xfrm>
          <a:prstGeom prst="rect">
            <a:avLst/>
          </a:prstGeom>
          <a:solidFill>
            <a:srgbClr val="14C8B0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12848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962656"/>
            <a:ext cx="4389120" cy="685800"/>
          </a:xfrm>
          <a:prstGeom prst="rect">
            <a:avLst/>
          </a:prstGeom>
          <a:solidFill>
            <a:srgbClr val="1E3A8A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008376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3758183"/>
            <a:ext cx="4389120" cy="68580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803903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4553712"/>
            <a:ext cx="4389120" cy="685800"/>
          </a:xfrm>
          <a:prstGeom prst="rect">
            <a:avLst/>
          </a:prstGeom>
          <a:solidFill>
            <a:srgbClr val="14C8B0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599432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5349240"/>
            <a:ext cx="4389120" cy="685800"/>
          </a:xfrm>
          <a:prstGeom prst="rect">
            <a:avLst/>
          </a:prstGeom>
          <a:solidFill>
            <a:srgbClr val="1E3A8A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Q06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394959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[8/8]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Q08: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217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ACTIVE Q08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621792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TEACHER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371600"/>
            <a:ext cx="4389120" cy="572153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17320"/>
            <a:ext cx="4206240" cy="480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053481"/>
            <a:ext cx="4389120" cy="572153"/>
          </a:xfrm>
          <a:prstGeom prst="rect">
            <a:avLst/>
          </a:prstGeom>
          <a:solidFill>
            <a:srgbClr val="14C8B0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099201"/>
            <a:ext cx="4206240" cy="480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735362"/>
            <a:ext cx="4389120" cy="572153"/>
          </a:xfrm>
          <a:prstGeom prst="rect">
            <a:avLst/>
          </a:prstGeom>
          <a:solidFill>
            <a:srgbClr val="1E3A8A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781082"/>
            <a:ext cx="4206240" cy="480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3417243"/>
            <a:ext cx="4389120" cy="572153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462963"/>
            <a:ext cx="4206240" cy="480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4099124"/>
            <a:ext cx="4389120" cy="572153"/>
          </a:xfrm>
          <a:prstGeom prst="rect">
            <a:avLst/>
          </a:prstGeom>
          <a:solidFill>
            <a:srgbClr val="14C8B0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44844"/>
            <a:ext cx="4206240" cy="480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4781005"/>
            <a:ext cx="4389120" cy="572153"/>
          </a:xfrm>
          <a:prstGeom prst="rect">
            <a:avLst/>
          </a:prstGeom>
          <a:solidFill>
            <a:srgbClr val="1E3A8A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Q06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826725"/>
            <a:ext cx="4206240" cy="480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Q06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5462886"/>
            <a:ext cx="4389120" cy="572153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Q07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7 sobre o 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508606"/>
            <a:ext cx="4206240" cy="480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Q07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00" cy="2377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789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WRITING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0972800" cy="210312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Fundamentação Pedagógica: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078992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NEURO RATIONALE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00" cy="466344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HOMEWORK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OVERPRINT PRINTING EDITION 🖨️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00" cy="2011680"/>
          </a:xfrm>
          <a:prstGeom prst="rect">
            <a:avLst/>
          </a:prstGeom>
          <a:solidFill>
            <a:srgbClr val="4F35E2">
              <a:alpha val="25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7899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DE9FE"/>
                </a:solidFill>
              </a:defRPr>
            </a:pPr>
            <a:r>
              <a:t>THANKS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66160"/>
            <a:ext cx="10972800" cy="2468880"/>
          </a:xfrm>
          <a:prstGeom prst="rect">
            <a:avLst/>
          </a:prstGeom>
          <a:solidFill>
            <a:srgbClr val="14C8B0">
              <a:alpha val="30000"/>
            </a:srgbClr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79"/>
            <a:ext cx="107899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0F2F1"/>
                </a:solidFill>
              </a:defRPr>
            </a:pPr>
            <a:r>
              <a:t>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