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731520"/>
            <a:ext cx="4572000" cy="539496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ASMETRICA SUÍÇA]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Grade de Registro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530352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530352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521208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371600"/>
            <a:ext cx="521208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40080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400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64008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6400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4114800" cy="4754880"/>
          </a:xfrm>
          <a:prstGeom prst="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SUÍÇA]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Metas e Foco de Aprendizado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8580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8580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6576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6576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Estrutura Fixa Haas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54864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1752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17520"/>
            <a:ext cx="54864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63440"/>
            <a:ext cx="54864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371600"/>
            <a:ext cx="5029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Aplicação prática das estruturas em contexto real.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371600"/>
            <a:ext cx="50292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840480"/>
            <a:ext cx="5029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Consolidação visual e redução da tradução mental automática.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840480"/>
            <a:ext cx="50292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68580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8580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6576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8404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840480"/>
            <a:ext cx="36576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68580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8580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6576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8404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840480"/>
            <a:ext cx="36576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685800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CONCEITO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8580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6576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8404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840480"/>
            <a:ext cx="36576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521208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521208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0352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5212080" cy="54864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1508760"/>
            <a:ext cx="45720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212080" cy="54864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508760"/>
            <a:ext cx="45720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92608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926080"/>
            <a:ext cx="5212080" cy="54864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3063240"/>
            <a:ext cx="45720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5212080" cy="54864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3063240"/>
            <a:ext cx="45720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480560"/>
            <a:ext cx="10698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480560"/>
            <a:ext cx="10698480" cy="54864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617720"/>
            <a:ext cx="45720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5212080" cy="54864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1508760"/>
            <a:ext cx="45720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212080" cy="54864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508760"/>
            <a:ext cx="45720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92608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926080"/>
            <a:ext cx="5212080" cy="54864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3063240"/>
            <a:ext cx="45720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5212080" cy="54864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3063240"/>
            <a:ext cx="45720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480560"/>
            <a:ext cx="10698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37160" rIns="137160" bIns="91440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480560"/>
            <a:ext cx="10698480" cy="54864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617720"/>
            <a:ext cx="45720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1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78992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01:</a:t>
            </a:r>
          </a:p>
          <a:p>
            <a:pPr>
              <a:spcBef>
                <a:spcPts val="600"/>
              </a:spcBef>
              <a:defRPr sz="2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78992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107899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DE 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1078992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2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4008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02: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400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64008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NOTAS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4114800" cy="4754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01 // HISTÓRICO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37160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3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4008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03: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400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64008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NOTAS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4114800" cy="233172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01 // HISTÓRICO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37160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3794760"/>
            <a:ext cx="4114800" cy="2331720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02 // HISTÓRICO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794760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4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4008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04: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400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64008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NOTAS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4114800" cy="152400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01 // HISTÓRICO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37160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987040"/>
            <a:ext cx="4114800" cy="1524000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02 // HISTÓRICO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987040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4602480"/>
            <a:ext cx="4114800" cy="152400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03 // HISTÓRICO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460248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5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4008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05: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400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64008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NOTAS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4114800" cy="112014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01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37160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583180"/>
            <a:ext cx="4114800" cy="1120140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02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583180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3794760"/>
            <a:ext cx="4114800" cy="112014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03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379476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5006340"/>
            <a:ext cx="4114800" cy="1120140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04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5006340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6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4008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06: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400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64008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NOTAS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4114800" cy="877824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01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37160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340864"/>
            <a:ext cx="4114800" cy="877824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02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340864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3310128"/>
            <a:ext cx="4114800" cy="877824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03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3310128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4279392"/>
            <a:ext cx="4114800" cy="877824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04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4279392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5248656"/>
            <a:ext cx="4114800" cy="877824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05 // HISTÓRICO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5248656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7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4008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07: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400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64008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NOTAS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4114800" cy="7162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01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37160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179320"/>
            <a:ext cx="4114800" cy="716280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02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179320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987040"/>
            <a:ext cx="4114800" cy="7162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03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98704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3794760"/>
            <a:ext cx="4114800" cy="716280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04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794760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4602480"/>
            <a:ext cx="4114800" cy="7162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05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460248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5410199"/>
            <a:ext cx="4114800" cy="716280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06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5410199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19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Thread 8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64008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08: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6400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64008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NOTAS DE APOIO: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4114800" cy="600891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01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371600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063931"/>
            <a:ext cx="4114800" cy="600891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02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063931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756262"/>
            <a:ext cx="4114800" cy="600891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03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756262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3448594"/>
            <a:ext cx="4114800" cy="600891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04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448594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4140925"/>
            <a:ext cx="4114800" cy="600891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05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4140925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4833257"/>
            <a:ext cx="4114800" cy="600891"/>
          </a:xfrm>
          <a:prstGeom prst="rect">
            <a:avLst/>
          </a:prstGeom>
          <a:solidFill>
            <a:srgbClr val="E0F2F1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06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4833257"/>
            <a:ext cx="411480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5525588"/>
            <a:ext cx="4114800" cy="600891"/>
          </a:xfrm>
          <a:prstGeom prst="rect">
            <a:avLst/>
          </a:prstGeom>
          <a:solidFill>
            <a:srgbClr val="EDE9F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07 // HISTÓRICO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5525588"/>
            <a:ext cx="411480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78992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78992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107899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1078992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78992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78992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2540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731520" cy="4572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INTERNATIONAL TYPOGRAPHIC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22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7899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0789920" cy="73152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474720"/>
            <a:ext cx="1078992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74720"/>
            <a:ext cx="10789920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