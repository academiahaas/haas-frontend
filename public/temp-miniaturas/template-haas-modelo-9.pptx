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 /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de Capa / Herói no Topo]</a:t>
            </a:r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77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12471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132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840480"/>
            <a:ext cx="12191695" cy="25603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do Warm-up / Rodapé]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7132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4747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Exercícios com suporte.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8404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8404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>
                <a:solidFill>
                  <a:srgbClr val="4F35E2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2368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49624"/>
            <a:ext cx="4572000" cy="2368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023616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4675632"/>
            <a:ext cx="4572000" cy="1542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610612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849624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088636"/>
            <a:ext cx="4572000" cy="11292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362809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354019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345228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336438"/>
            <a:ext cx="4572000" cy="88148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197608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023616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849624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675632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5501640"/>
            <a:ext cx="4572000" cy="71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64008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4F35E2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6400800" cy="21945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4F35E2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079606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787613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495620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03627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911634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5619641"/>
            <a:ext cx="4572000" cy="5982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2D9FF"/>
              </a:gs>
              <a:gs pos="100000">
                <a:srgbClr val="D0F2F1"/>
              </a:gs>
            </a:gsLst>
            <a:lin ang="3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F35E2"/>
                </a:solidFill>
              </a:defRPr>
            </a:pPr>
            <a:r>
              <a:t>HAAS LANGUAGE  •  MODERN GRADIENT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