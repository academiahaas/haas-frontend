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 / 22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914400"/>
            <a:ext cx="5029200" cy="5029200"/>
          </a:xfrm>
          <a:prstGeom prst="ellipse">
            <a:avLst/>
          </a:prstGeom>
          <a:solidFill>
            <a:srgbClr val="EDE9FE"/>
          </a:solidFill>
          <a:ln w="381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Hero Circular]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486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5486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Presença &amp; Integrantes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112471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Aquecimento / Warm-up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64008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6400800" cy="1828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1645920"/>
            <a:ext cx="4114800" cy="4114800"/>
          </a:xfrm>
          <a:prstGeom prst="ellipse">
            <a:avLst/>
          </a:prstGeom>
          <a:solidFill>
            <a:srgbClr val="EDE9FE"/>
          </a:solidFill>
          <a:ln w="381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Circular]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Objetivos da Aula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68580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371600"/>
            <a:ext cx="402336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 Nossa Metodologia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1828800"/>
            <a:ext cx="2560320" cy="2560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2" name="Oval 11"/>
          <p:cNvSpPr/>
          <p:nvPr/>
        </p:nvSpPr>
        <p:spPr>
          <a:xfrm>
            <a:off x="2651760" y="3200400"/>
            <a:ext cx="2560320" cy="256032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1828800"/>
            <a:ext cx="2560320" cy="2560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3. Prática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79" y="3200400"/>
            <a:ext cx="2560320" cy="256032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5" name="Oval 14"/>
          <p:cNvSpPr/>
          <p:nvPr/>
        </p:nvSpPr>
        <p:spPr>
          <a:xfrm>
            <a:off x="9235440" y="1828800"/>
            <a:ext cx="2560320" cy="2560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 algn="ctr">
              <a:spcBef>
                <a:spcPts val="400"/>
              </a:spcBef>
              <a:defRPr sz="1200">
                <a:solidFill>
                  <a:srgbClr val="334155"/>
                </a:solidFill>
              </a:defRPr>
            </a:pPr>
            <a:r>
              <a:t>Consolidação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54864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4864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54864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4864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54864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48640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Correção de Vícios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972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64592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20040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65176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029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507492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480560"/>
            <a:ext cx="5029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507492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Desafios Práticos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10972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64592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20040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651760"/>
            <a:ext cx="5029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4F35E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029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507492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480560"/>
            <a:ext cx="5029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5074920"/>
            <a:ext cx="548640" cy="548640"/>
          </a:xfrm>
          <a:prstGeom prst="ellipse">
            <a:avLst/>
          </a:prstGeom>
          <a:solidFill>
            <a:srgbClr val="14C8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Oval 9"/>
          <p:cNvSpPr/>
          <p:nvPr/>
        </p:nvSpPr>
        <p:spPr>
          <a:xfrm>
            <a:off x="3900830" y="1737360"/>
            <a:ext cx="4389120" cy="43891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[Pergunta principal 1 sobre o tema]</a:t>
            </a:r>
          </a:p>
          <a:p>
            <a:pPr algn="ctr"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Oval 9"/>
          <p:cNvSpPr/>
          <p:nvPr/>
        </p:nvSpPr>
        <p:spPr>
          <a:xfrm>
            <a:off x="3900830" y="1737360"/>
            <a:ext cx="4389120" cy="43891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[Pergunta principal 2 sobre o tema]</a:t>
            </a:r>
          </a:p>
          <a:p>
            <a:pPr algn="ctr"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Oval 10"/>
          <p:cNvSpPr/>
          <p:nvPr/>
        </p:nvSpPr>
        <p:spPr>
          <a:xfrm>
            <a:off x="974750" y="301752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Q1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Oval 9"/>
          <p:cNvSpPr/>
          <p:nvPr/>
        </p:nvSpPr>
        <p:spPr>
          <a:xfrm>
            <a:off x="3900830" y="1737360"/>
            <a:ext cx="4389120" cy="43891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[Pergunta principal 3 sobre o tema]</a:t>
            </a:r>
          </a:p>
          <a:p>
            <a:pPr algn="ctr"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Oval 10"/>
          <p:cNvSpPr/>
          <p:nvPr/>
        </p:nvSpPr>
        <p:spPr>
          <a:xfrm>
            <a:off x="974750" y="301752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Q1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Oval 11"/>
          <p:cNvSpPr/>
          <p:nvPr/>
        </p:nvSpPr>
        <p:spPr>
          <a:xfrm>
            <a:off x="2558442" y="1516215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Q2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Oval 9"/>
          <p:cNvSpPr/>
          <p:nvPr/>
        </p:nvSpPr>
        <p:spPr>
          <a:xfrm>
            <a:off x="3900830" y="1737360"/>
            <a:ext cx="4389120" cy="43891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[Pergunta principal 4 sobre o tema]</a:t>
            </a:r>
          </a:p>
          <a:p>
            <a:pPr algn="ctr"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Oval 10"/>
          <p:cNvSpPr/>
          <p:nvPr/>
        </p:nvSpPr>
        <p:spPr>
          <a:xfrm>
            <a:off x="974750" y="301752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Q1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Oval 11"/>
          <p:cNvSpPr/>
          <p:nvPr/>
        </p:nvSpPr>
        <p:spPr>
          <a:xfrm>
            <a:off x="2558442" y="1516215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Q2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Oval 12"/>
          <p:cNvSpPr/>
          <p:nvPr/>
        </p:nvSpPr>
        <p:spPr>
          <a:xfrm>
            <a:off x="6116966" y="1145424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Q3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Oval 9"/>
          <p:cNvSpPr/>
          <p:nvPr/>
        </p:nvSpPr>
        <p:spPr>
          <a:xfrm>
            <a:off x="3900830" y="1737360"/>
            <a:ext cx="4389120" cy="43891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[Pergunta principal 5 sobre o tema]</a:t>
            </a:r>
          </a:p>
          <a:p>
            <a:pPr algn="ctr"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Oval 10"/>
          <p:cNvSpPr/>
          <p:nvPr/>
        </p:nvSpPr>
        <p:spPr>
          <a:xfrm>
            <a:off x="974750" y="301752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Q1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Oval 11"/>
          <p:cNvSpPr/>
          <p:nvPr/>
        </p:nvSpPr>
        <p:spPr>
          <a:xfrm>
            <a:off x="2558442" y="1516215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Q2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Oval 12"/>
          <p:cNvSpPr/>
          <p:nvPr/>
        </p:nvSpPr>
        <p:spPr>
          <a:xfrm>
            <a:off x="6116966" y="1145424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Q3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Oval 13"/>
          <p:cNvSpPr/>
          <p:nvPr/>
        </p:nvSpPr>
        <p:spPr>
          <a:xfrm>
            <a:off x="8970681" y="2184359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Q4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Oval 9"/>
          <p:cNvSpPr/>
          <p:nvPr/>
        </p:nvSpPr>
        <p:spPr>
          <a:xfrm>
            <a:off x="3900830" y="1737360"/>
            <a:ext cx="4389120" cy="43891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[Pergunta principal 6 sobre o tema]</a:t>
            </a:r>
          </a:p>
          <a:p>
            <a:pPr algn="ctr"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Oval 10"/>
          <p:cNvSpPr/>
          <p:nvPr/>
        </p:nvSpPr>
        <p:spPr>
          <a:xfrm>
            <a:off x="974750" y="301752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Q1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Oval 11"/>
          <p:cNvSpPr/>
          <p:nvPr/>
        </p:nvSpPr>
        <p:spPr>
          <a:xfrm>
            <a:off x="2558442" y="1516215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Q2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Oval 12"/>
          <p:cNvSpPr/>
          <p:nvPr/>
        </p:nvSpPr>
        <p:spPr>
          <a:xfrm>
            <a:off x="6116966" y="1145424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Q3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Oval 13"/>
          <p:cNvSpPr/>
          <p:nvPr/>
        </p:nvSpPr>
        <p:spPr>
          <a:xfrm>
            <a:off x="8970681" y="2184359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Q4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5" name="Oval 14"/>
          <p:cNvSpPr/>
          <p:nvPr/>
        </p:nvSpPr>
        <p:spPr>
          <a:xfrm>
            <a:off x="8970681" y="385068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Q5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Oval 9"/>
          <p:cNvSpPr/>
          <p:nvPr/>
        </p:nvSpPr>
        <p:spPr>
          <a:xfrm>
            <a:off x="3900830" y="1737360"/>
            <a:ext cx="4389120" cy="43891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[Pergunta principal 7 sobre o tema]</a:t>
            </a:r>
          </a:p>
          <a:p>
            <a:pPr algn="ctr"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Oval 10"/>
          <p:cNvSpPr/>
          <p:nvPr/>
        </p:nvSpPr>
        <p:spPr>
          <a:xfrm>
            <a:off x="974750" y="301752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Q1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Oval 11"/>
          <p:cNvSpPr/>
          <p:nvPr/>
        </p:nvSpPr>
        <p:spPr>
          <a:xfrm>
            <a:off x="2558442" y="1516215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Q2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Oval 12"/>
          <p:cNvSpPr/>
          <p:nvPr/>
        </p:nvSpPr>
        <p:spPr>
          <a:xfrm>
            <a:off x="6116966" y="1145424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Q3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Oval 13"/>
          <p:cNvSpPr/>
          <p:nvPr/>
        </p:nvSpPr>
        <p:spPr>
          <a:xfrm>
            <a:off x="8970681" y="2184359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Q4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5" name="Oval 14"/>
          <p:cNvSpPr/>
          <p:nvPr/>
        </p:nvSpPr>
        <p:spPr>
          <a:xfrm>
            <a:off x="8970681" y="385068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Q5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6" name="Oval 15"/>
          <p:cNvSpPr/>
          <p:nvPr/>
        </p:nvSpPr>
        <p:spPr>
          <a:xfrm>
            <a:off x="6116966" y="4889615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Q6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10" name="Oval 9"/>
          <p:cNvSpPr/>
          <p:nvPr/>
        </p:nvSpPr>
        <p:spPr>
          <a:xfrm>
            <a:off x="3900830" y="1737360"/>
            <a:ext cx="4389120" cy="43891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[Pergunta principal 8 sobre o tema]</a:t>
            </a:r>
          </a:p>
          <a:p>
            <a:pPr algn="ctr">
              <a:spcBef>
                <a:spcPts val="14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  <p:sp>
        <p:nvSpPr>
          <p:cNvPr id="11" name="Oval 10"/>
          <p:cNvSpPr/>
          <p:nvPr/>
        </p:nvSpPr>
        <p:spPr>
          <a:xfrm>
            <a:off x="974750" y="301752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Q1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Oval 11"/>
          <p:cNvSpPr/>
          <p:nvPr/>
        </p:nvSpPr>
        <p:spPr>
          <a:xfrm>
            <a:off x="2558442" y="1516215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Q2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3" name="Oval 12"/>
          <p:cNvSpPr/>
          <p:nvPr/>
        </p:nvSpPr>
        <p:spPr>
          <a:xfrm>
            <a:off x="6116966" y="1145424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Q3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Oval 13"/>
          <p:cNvSpPr/>
          <p:nvPr/>
        </p:nvSpPr>
        <p:spPr>
          <a:xfrm>
            <a:off x="8970681" y="2184359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Q4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5" name="Oval 14"/>
          <p:cNvSpPr/>
          <p:nvPr/>
        </p:nvSpPr>
        <p:spPr>
          <a:xfrm>
            <a:off x="8970681" y="3850680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Q5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6" name="Oval 15"/>
          <p:cNvSpPr/>
          <p:nvPr/>
        </p:nvSpPr>
        <p:spPr>
          <a:xfrm>
            <a:off x="6116966" y="4889615"/>
            <a:ext cx="1828800" cy="1828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Q6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7" name="Oval 16"/>
          <p:cNvSpPr/>
          <p:nvPr/>
        </p:nvSpPr>
        <p:spPr>
          <a:xfrm>
            <a:off x="2558442" y="4518824"/>
            <a:ext cx="1828800" cy="1828800"/>
          </a:xfrm>
          <a:prstGeom prst="ellipse">
            <a:avLst/>
          </a:prstGeom>
          <a:solidFill>
            <a:srgbClr val="E0F2F1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4F35E2"/>
                </a:solidFill>
              </a:defRPr>
            </a:pPr>
            <a:r>
              <a:t>Q7</a:t>
            </a:r>
          </a:p>
          <a:p>
            <a:pPr algn="ctr">
              <a:spcBef>
                <a:spcPts val="200"/>
              </a:spcBef>
              <a:defRPr sz="10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Atividade de Escrita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Ação e Prática Contínua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657600" cy="36576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ORBITAL SPHERES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SLIDE 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C8B0"/>
                </a:solidFill>
              </a:defRPr>
            </a:pPr>
            <a:r>
              <a:t>Considerações Finais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112471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