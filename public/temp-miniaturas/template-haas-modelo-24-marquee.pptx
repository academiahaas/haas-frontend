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01 //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11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defRPr sz="1100" b="1">
                <a:solidFill>
                  <a:srgbClr val="1E3A8A"/>
                </a:solidFill>
              </a:defRPr>
            </a:pPr>
            <a:r>
              <a:t>HAAS LANGUAGE ★ HIGH-LEVEL EDUCATION ★ SPEAKING MODULE ★ ACTIVE FLUENCY   ★   HAAS LANGUAGE ★ HIGH-LEVEL EDUCATION ★ SPEAKING MODULE ★ ACTIVE FLUENCY   ★   HAAS LANGUAGE ★ HIGH-LEVEL EDUCATION ★ SPEAKING MODULE ★ ACTIVE FLUENCY   ★   HAAS LANGUAGE ★ HIGH-LEVEL EDUCATION ★ SPEAKING MODULE ★ ACTIVE FLUENCY   ★   HAAS LANGUAGE ★ HIGH-LEVEL EDUCATION ★ SPEAKING MODULE ★ ACTIVE FLUENCY   ★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5836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65836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MAIN BROADCAST &gt;&gt;&gt;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[Poster Marquee Hero]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63040"/>
            <a:ext cx="4389120" cy="2743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/// MARQUEE MEDIA STREAM ///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02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Membros em Transmissão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801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defRPr sz="1100" b="1">
                <a:solidFill>
                  <a:srgbClr val="14C8B0"/>
                </a:solidFill>
              </a:defRPr>
            </a:pPr>
            <a:r>
              <a:t>SESSION PARTICIPANTS /// ACTIVE TEACHERS AND STUDENTS /// HAAS ACADEMY   ★   SESSION PARTICIPANTS /// ACTIVE TEACHERS AND STUDENTS /// HAAS ACADEMY   ★   SESSION PARTICIPANTS /// ACTIVE TEACHERS AND STUDENTS /// HAAS ACADEMY   ★   SESSION PARTICIPANTS /// ACTIVE TEACHERS AND STUDENTS /// HAAS ACADEMY   ★   SESSION PARTICIPANTS /// ACTIVE TEACHERS AND STUDENTS /// HAAS ACADEMY   ★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77295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11277295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INSTRUCTOR LOG 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11277295" cy="22860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11277295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STUDENTS STREAM &gt;&gt;&gt;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03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SPEECH PROMPT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NEUROSCIENCE LOG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71600"/>
            <a:ext cx="4572000" cy="4754880"/>
          </a:xfrm>
          <a:prstGeom prst="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Warm-up]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371600"/>
            <a:ext cx="4572000" cy="2743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/// MARQUEE MEDIA STREAM ///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04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Metas da Transmissão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#01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[Objetivo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6400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#02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[Objetivo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6400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#03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[Objetivo 3]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71600"/>
            <a:ext cx="4572000" cy="47548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71600"/>
            <a:ext cx="457200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WRITING FOCUS &gt;&gt;&gt;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05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Esteiras de Aprendizado Haas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91695" cy="8229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defRPr sz="1300" b="1">
                <a:solidFill>
                  <a:srgbClr val="14C8B0"/>
                </a:solidFill>
              </a:defRPr>
            </a:pPr>
            <a:r>
              <a:t>&gt;&gt;&gt; 01. FALA ATIVA /// Conversação inicial sem julgamentos. /// HAAS PIPELINE   ★   &gt;&gt;&gt; 01. FALA ATIVA /// Conversação inicial sem julgamentos. /// HAAS PIPELINE   ★   &gt;&gt;&gt; 01. FALA ATIVA /// Conversação inicial sem julgamentos. /// HAAS PIPELINE   ★   &gt;&gt;&gt; 01. FALA ATIVA /// Conversação inicial sem julgamentos. /// HAAS PIPELINE   ★   &gt;&gt;&gt; 01. FALA ATIVA /// Conversação inicial sem julgamentos. /// HAAS PIPELINE   ★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359152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defRPr sz="1300" b="1">
                <a:solidFill>
                  <a:srgbClr val="14C8B0"/>
                </a:solidFill>
              </a:defRPr>
            </a:pPr>
            <a:r>
              <a:t>&gt;&gt;&gt; 02. EXPOSIÇÃO /// Apresentação leve da gramática. /// HAAS PIPELINE   ★   &gt;&gt;&gt; 02. EXPOSIÇÃO /// Apresentação leve da gramática. /// HAAS PIPELINE   ★   &gt;&gt;&gt; 02. EXPOSIÇÃO /// Apresentação leve da gramática. /// HAAS PIPELINE   ★   &gt;&gt;&gt; 02. EXPOSIÇÃO /// Apresentação leve da gramática. /// HAAS PIPELINE   ★   &gt;&gt;&gt; 02. EXPOSIÇÃO /// Apresentação leve da gramática. /// HAAS PIPELINE   ★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346704"/>
            <a:ext cx="12191695" cy="8229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defRPr sz="1300" b="1">
                <a:solidFill>
                  <a:srgbClr val="1E3A8A"/>
                </a:solidFill>
              </a:defRPr>
            </a:pPr>
            <a:r>
              <a:t>&gt;&gt;&gt; 03. PRÁTICA GUIADA /// Exercícios com suporte do professor. /// HAAS PIPELINE   ★   &gt;&gt;&gt; 03. PRÁTICA GUIADA /// Exercícios com suporte do professor. /// HAAS PIPELINE   ★   &gt;&gt;&gt; 03. PRÁTICA GUIADA /// Exercícios com suporte do professor. /// HAAS PIPELINE   ★   &gt;&gt;&gt; 03. PRÁTICA GUIADA /// Exercícios com suporte do professor. /// HAAS PIPELINE   ★   &gt;&gt;&gt; 03. PRÁTICA GUIADA /// Exercícios com suporte do professor. /// HAAS PIPELINE   ★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334256"/>
            <a:ext cx="12191695" cy="8229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&gt;&gt;&gt; 04. CONVERSAÇÃO /// Aplicação prática das estruturas em contexto real. /// HAAS PIPELINE   ★   &gt;&gt;&gt; 04. CONVERSAÇÃO /// Aplicação prática das estruturas em contexto real. /// HAAS PIPELINE   ★   &gt;&gt;&gt; 04. CONVERSAÇÃO /// Aplicação prática das estruturas em contexto real. /// HAAS PIPELINE   ★   &gt;&gt;&gt; 04. CONVERSAÇÃO /// Aplicação prática das estruturas em contexto real. /// HAAS PIPELINE   ★   &gt;&gt;&gt; 04. CONVERSAÇÃO /// Aplicação prática das estruturas em contexto real. /// HAAS PIPELINE   ★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321808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defRPr sz="1300" b="1">
                <a:solidFill>
                  <a:srgbClr val="14C8B0"/>
                </a:solidFill>
              </a:defRPr>
            </a:pPr>
            <a:r>
              <a:t>&gt;&gt;&gt; 05. ESCRITA /// Consolidação visual e memorização de vocabulário. /// HAAS PIPELINE   ★   &gt;&gt;&gt; 05. ESCRITA /// Consolidação visual e memorização de vocabulário. /// HAAS PIPELINE   ★   &gt;&gt;&gt; 05. ESCRITA /// Consolidação visual e memorização de vocabulário. /// HAAS PIPELINE   ★   &gt;&gt;&gt; 05. ESCRITA /// Consolidação visual e memorização de vocabulário. /// HAAS PIPELINE   ★   &gt;&gt;&gt; 05. ESCRITA /// Consolidação visual e memorização de vocabulário. /// HAAS PIPELINE   ★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06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CORE STRUCTURE &gt;&gt;&gt;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572000" cy="22860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457200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EXAMPLES STREAM 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3840480"/>
            <a:ext cx="4572000" cy="2286000"/>
          </a:xfrm>
          <a:prstGeom prst="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840480"/>
            <a:ext cx="457200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RULES LOG &gt;&gt;&gt;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07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CORE STRUCTURE &gt;&gt;&gt;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572000" cy="22860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457200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EXAMPLES STREAM 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3840480"/>
            <a:ext cx="4572000" cy="2286000"/>
          </a:xfrm>
          <a:prstGeom prst="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840480"/>
            <a:ext cx="457200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RULES LOG &gt;&gt;&gt;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08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CORE STRUCTURE &gt;&gt;&gt;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572000" cy="22860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457200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EXAMPLES STREAM 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3840480"/>
            <a:ext cx="4572000" cy="2286000"/>
          </a:xfrm>
          <a:prstGeom prst="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840480"/>
            <a:ext cx="457200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RULES LOG &gt;&gt;&gt;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09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SUMMARY TICKER &gt;&gt;&gt;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5669280" cy="475488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6692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CULTURAL MEDIA STREAM &gt;&gt;&gt;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10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295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#01 &gt;&gt;&gt; FLUENCY CHECK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86400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#02 &gt;&gt;&gt; FLUENCY CHECK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51760"/>
            <a:ext cx="5486400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#03 &gt;&gt;&gt; FLUENCY CHECK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5486400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#04 &gt;&gt;&gt; FLUENCY CHECK 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80560"/>
            <a:ext cx="5486400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#05 &gt;&gt;&gt; FLUENCY CHECK &gt;&gt;&gt;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11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295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#06 &gt;&gt;&gt; FLUENCY CHECK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86400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#07 &gt;&gt;&gt; FLUENCY CHECK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51760"/>
            <a:ext cx="5486400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#08 &gt;&gt;&gt; FLUENCY CHECK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5486400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#09 &gt;&gt;&gt; FLUENCY CHECK 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80560"/>
            <a:ext cx="5486400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&gt;&gt;&gt; TASK #10 &gt;&gt;&gt; FLUENCY CHECK &gt;&gt;&gt;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12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1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Q01: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295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77295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PROMPTS DE 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1277295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13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2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Q02: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179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Q02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21792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21792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47548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 STREAM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Q01 &gt;&gt;&gt;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14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3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Q03: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179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Q03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21792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21792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4754880" cy="2322576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 STREAM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Q01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803904"/>
            <a:ext cx="4754880" cy="2322576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 STREAM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3803904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Q02 &gt;&gt;&gt;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15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4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Q04: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179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Q04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21792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21792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4754880" cy="151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 STREAM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Q01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993136"/>
            <a:ext cx="4754880" cy="151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 STREAM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993136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Q02 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4614672"/>
            <a:ext cx="4754880" cy="151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 STREAM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4614672"/>
            <a:ext cx="4754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Q03 &gt;&gt;&gt;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16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5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Q05: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179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Q05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21792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21792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4754880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Q01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587752"/>
            <a:ext cx="4754880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587752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Q02 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803904"/>
            <a:ext cx="4754880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803904"/>
            <a:ext cx="4754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Q03 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5020056"/>
            <a:ext cx="4754880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5020056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Q04 &gt;&gt;&gt;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17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6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Q06: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179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Q06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21792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21792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4754880" cy="863193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Q01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344521"/>
            <a:ext cx="4754880" cy="863193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344521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Q02 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317443"/>
            <a:ext cx="4754880" cy="863193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317443"/>
            <a:ext cx="4754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Q03 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290364"/>
            <a:ext cx="4754880" cy="863193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290364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Q04 &gt;&gt;&gt;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5263286"/>
            <a:ext cx="4754880" cy="863193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 STREAM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te...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5263286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Q05 &gt;&gt;&gt;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18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7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Q07: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179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Q07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21792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21792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475488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Q01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182368"/>
            <a:ext cx="475488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182368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Q02 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993136"/>
            <a:ext cx="475488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993136"/>
            <a:ext cx="4754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Q03 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03904"/>
            <a:ext cx="475488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803904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Q04 &gt;&gt;&gt;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614672"/>
            <a:ext cx="475488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te...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4614672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Q05 &gt;&gt;&gt;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425440"/>
            <a:ext cx="475488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te...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425440"/>
            <a:ext cx="4754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Q06 &gt;&gt;&gt;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19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8 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Q08: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1792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LIVE BROADCAST Q08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217920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21792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TEACHER STREAM 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47548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Q01 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066543"/>
            <a:ext cx="47548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066543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Q02 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761488"/>
            <a:ext cx="47548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761488"/>
            <a:ext cx="4754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Q03 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456432"/>
            <a:ext cx="47548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456432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Q04 &gt;&gt;&gt;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151376"/>
            <a:ext cx="47548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te...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4151376"/>
            <a:ext cx="475488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Q05 &gt;&gt;&gt;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846320"/>
            <a:ext cx="47548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te...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846320"/>
            <a:ext cx="4754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Q06 &gt;&gt;&gt;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5541264"/>
            <a:ext cx="47548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Q07 STREAM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sobre o te...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5541264"/>
            <a:ext cx="475488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PASSED Q07 &gt;&gt;&gt;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20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295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WRITING TASK STREAM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77295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1277295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PEDAGOGICAL STREAM &gt;&gt;&gt;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21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295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HOMEWORK STREAM &gt;&gt;&gt;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MARQUEE RIBBON EDITION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22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7295" cy="20116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295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CLOSING STREAM 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11277295" cy="25603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6576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77295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&gt;&gt;&gt; FEEDBACK STREAM &gt;&gt;&gt;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