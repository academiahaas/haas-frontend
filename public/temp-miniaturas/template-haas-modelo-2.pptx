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[Subtítulo / Descrição da Aula]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371600"/>
            <a:ext cx="5029200" cy="4572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[Imagem de Capa - Modelo 2]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347472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109728" cy="39319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2103120"/>
            <a:ext cx="7498079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103120"/>
            <a:ext cx="109728" cy="39319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3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594360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09728" cy="20116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480560"/>
            <a:ext cx="5943600" cy="16459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Fundamentação Neurocognitiva: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109728" cy="16459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0" y="2286000"/>
            <a:ext cx="5029200" cy="38404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[Imagem de Aquecimento]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4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O que vamos alcançar hoje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Metas da Aula: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09728" cy="2377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846320"/>
            <a:ext cx="1124712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109728" cy="12801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5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Estrutura Fixa de Aprendizado Haas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09728" cy="3840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9748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2286000"/>
            <a:ext cx="109728" cy="3840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776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3. Prática Guiada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Exercícios com suporte do professor.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2286000"/>
            <a:ext cx="109728" cy="3840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7804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Aplicação prática das estruturas.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2286000"/>
            <a:ext cx="109728" cy="3840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18320" y="2286000"/>
            <a:ext cx="205740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Consolidação e redução de tradução.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2286000"/>
            <a:ext cx="109728" cy="3840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6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713232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exemplos práticos da estrutura principal - Bloco 1]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109728" cy="3840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2286000"/>
            <a:ext cx="3931920" cy="3840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86000"/>
            <a:ext cx="109728" cy="384048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713232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exemplos práticos da estrutura principal - Bloco 2]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109728" cy="3840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2286000"/>
            <a:ext cx="3931920" cy="3840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86000"/>
            <a:ext cx="109728" cy="384048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8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713232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exemplos práticos da estrutura principal - Bloco 3]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109728" cy="3840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0" y="2286000"/>
            <a:ext cx="3931920" cy="384048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86000"/>
            <a:ext cx="109728" cy="384048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1124712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109728" cy="21031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1124712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r>
              <a:t>O professor pode rodar o áudio/vídeo ou deixar como recomendação extra.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09728" cy="155448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10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Exercícios 1 a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1: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109728" cy="7772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035808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2: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35808"/>
            <a:ext cx="109728" cy="7772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877056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3: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77056"/>
            <a:ext cx="109728" cy="7772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718304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4: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18304"/>
            <a:ext cx="109728" cy="7772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5559552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5: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59552"/>
            <a:ext cx="109728" cy="7772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11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Exercícios 6 a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6: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109728" cy="7772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035808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7: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35808"/>
            <a:ext cx="109728" cy="7772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877056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8: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77056"/>
            <a:ext cx="109728" cy="7772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718304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9: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18304"/>
            <a:ext cx="109728" cy="7772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5559552"/>
            <a:ext cx="1124712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500" b="1">
                <a:solidFill>
                  <a:srgbClr val="4F35E2"/>
                </a:solidFill>
              </a:defRPr>
            </a:pPr>
            <a:r>
              <a:t>Exercício 10: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59552"/>
            <a:ext cx="109728" cy="7772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12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1247120" cy="21945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8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109728" cy="21945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1124712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109728" cy="17373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13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112471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109728" cy="17373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09728" cy="12344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14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55092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5060" y="2057400"/>
            <a:ext cx="55092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1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506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09728" cy="17373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109728" cy="12344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15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35966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82440" y="2057400"/>
            <a:ext cx="35966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244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07680" y="2057400"/>
            <a:ext cx="359664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68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54680"/>
            <a:ext cx="109728" cy="17373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29200"/>
            <a:ext cx="109728" cy="12344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16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264033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26130" y="2057400"/>
            <a:ext cx="264033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613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5060" y="2057400"/>
            <a:ext cx="264033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506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63990" y="2057400"/>
            <a:ext cx="264033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0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6399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54680"/>
            <a:ext cx="109728" cy="17373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109728" cy="12344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17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2139696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34056" y="2057400"/>
            <a:ext cx="2139696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34056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10912" y="2057400"/>
            <a:ext cx="2139696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10912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87768" y="2057400"/>
            <a:ext cx="2139696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87768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64624" y="2057400"/>
            <a:ext cx="2139696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54680"/>
            <a:ext cx="109728" cy="17373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29200"/>
            <a:ext cx="109728" cy="12344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18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5458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458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934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934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44100" y="2057400"/>
            <a:ext cx="17602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4410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54680"/>
            <a:ext cx="109728" cy="17373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29200"/>
            <a:ext cx="109728" cy="12344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19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83525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3525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9851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9851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36177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6177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62502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62502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88828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88828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15154" y="2057400"/>
            <a:ext cx="1489165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15154" y="2057400"/>
            <a:ext cx="109728" cy="960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3154680"/>
            <a:ext cx="11247120" cy="1737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54680"/>
            <a:ext cx="109728" cy="17373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5029200"/>
            <a:ext cx="1124712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29200"/>
            <a:ext cx="109728" cy="12344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20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109728" cy="23774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11247120" cy="12801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54880"/>
            <a:ext cx="109728" cy="12801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21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09728" cy="384048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"/>
            <a:ext cx="1360998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Haas Language  •  Modelo Modern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Slide 22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4712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09728" cy="1371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1124712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 rIns="164592" bIns="16459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09728" cy="21945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