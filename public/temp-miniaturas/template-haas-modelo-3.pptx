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645920"/>
            <a:ext cx="182880" cy="4114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97280"/>
            <a:ext cx="5120640" cy="48463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Hero da Capa]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12801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1247120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3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943600" cy="27432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59436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120640" cy="44805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de Aquecimento]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4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de Aprendizado: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5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Trilha de Aprendizado Haas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515600" cy="381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691640" cy="3657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PASSO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20574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920240"/>
            <a:ext cx="1691640" cy="3657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PASSO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468880"/>
            <a:ext cx="20574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920240"/>
            <a:ext cx="1691640" cy="3657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PASSO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468880"/>
            <a:ext cx="20574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920240"/>
            <a:ext cx="1691640" cy="3657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PASSO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468880"/>
            <a:ext cx="20574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920240"/>
            <a:ext cx="1691640" cy="3657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PASSO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468880"/>
            <a:ext cx="20574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6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7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8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9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Síntese &amp; Recomendação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10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2: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3: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4: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5: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11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6: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7: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8: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4864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9: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10: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12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2377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112471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13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1 sob...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14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55498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1 sob...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645920"/>
            <a:ext cx="555498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2 sob...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15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6576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1 sob...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6576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2 sob...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6576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3 sob...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16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70891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1 sob...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3270" y="1645920"/>
            <a:ext cx="270891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2 sob...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9340" y="1645920"/>
            <a:ext cx="270891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3 sob...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5410" y="1645920"/>
            <a:ext cx="270891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4 sob...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17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139696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1 sob...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4056" y="1645920"/>
            <a:ext cx="2139696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2 sob...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1645920"/>
            <a:ext cx="2139696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3 sob...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768" y="1645920"/>
            <a:ext cx="2139696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4 sob...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64624" y="1645920"/>
            <a:ext cx="2139696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5 sob...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18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7602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1 sob...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4580" y="1645920"/>
            <a:ext cx="17602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2 sob...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17602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3 sob...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9340" y="1645920"/>
            <a:ext cx="17602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4 sob...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17602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5 sob...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44100" y="1645920"/>
            <a:ext cx="176022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6 sob...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19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48916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1 sob...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3525" y="1645920"/>
            <a:ext cx="148916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2 sob...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9851" y="1645920"/>
            <a:ext cx="148916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3 sob...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6177" y="1645920"/>
            <a:ext cx="148916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4 sob...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2502" y="1645920"/>
            <a:ext cx="148916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5 sob...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88828" y="1645920"/>
            <a:ext cx="148916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6 sob...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15154" y="1645920"/>
            <a:ext cx="148916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[Pergunta principal 7 sob...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20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21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11430000" y="0"/>
            <a:ext cx="761695" cy="761695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22 / 22</a:t>
            </a:r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1124712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