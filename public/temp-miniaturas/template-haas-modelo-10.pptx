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de Capa / Herói no Topo]</a:t>
            </a:r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C8B0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12471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132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840480"/>
            <a:ext cx="12191695" cy="2560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Warm-up (Rodapé)]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Objetivos da Aula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7132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8404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8404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>
                <a:solidFill>
                  <a:srgbClr val="1E3A8A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2368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49624"/>
            <a:ext cx="4572000" cy="2368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023616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675632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610612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849624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088636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362809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354019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345228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336438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197608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023616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849624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675632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5501640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1E3A8A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79606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787613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495620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03627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911634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5619641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TECH BLUE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C8B0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