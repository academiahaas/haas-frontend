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 /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  <p:pic>
        <p:nvPicPr>
          <p:cNvPr id="9" name="Picture 8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570383" cy="685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35040" y="0"/>
            <a:ext cx="6156655" cy="6492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[Imagem Hero Vertical 50% Tela]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[Nome do(a) Professor(a)]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11247120" cy="32918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[Nome do Aluno / Lista da Turma]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7132320" cy="2560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371600"/>
            <a:ext cx="3931920" cy="2560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11247120" cy="210312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34155"/>
                </a:solidFill>
              </a:defRPr>
            </a:pPr>
            <a:r>
              <a:t>[Banner de Imagem Horizontal de Rodapé]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13232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057400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71600"/>
            <a:ext cx="205740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371600"/>
            <a:ext cx="2057400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334155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371600"/>
            <a:ext cx="2057400" cy="484632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Aplicação prática das estruturas.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371600"/>
            <a:ext cx="2057400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300">
                <a:solidFill>
                  <a:srgbClr val="FFFFFF"/>
                </a:solidFill>
              </a:defRPr>
            </a:pPr>
            <a:r>
              <a:t>Consolidação e redução de tradução.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132320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132320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7132320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371600"/>
            <a:ext cx="393192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600" b="1">
                <a:solidFill>
                  <a:srgbClr val="14C8B0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[Exceções, nuances gramaticais e contexto de uso]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09728" rIns="137160" bIns="91440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3415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11247120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13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740664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023360"/>
            <a:ext cx="7406640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14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2368296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9624"/>
            <a:ext cx="3657600" cy="2368296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740664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023360"/>
            <a:ext cx="7406640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15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1542287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23616"/>
            <a:ext cx="3657600" cy="1542287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75632"/>
            <a:ext cx="3657600" cy="1542287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740664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023360"/>
            <a:ext cx="7406640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16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1129284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10612"/>
            <a:ext cx="3657600" cy="112928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849624"/>
            <a:ext cx="3657600" cy="1129284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88636"/>
            <a:ext cx="3657600" cy="112928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740664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023360"/>
            <a:ext cx="7406640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17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881481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62809"/>
            <a:ext cx="3657600" cy="881481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54019"/>
            <a:ext cx="3657600" cy="881481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45228"/>
            <a:ext cx="3657600" cy="881481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336438"/>
            <a:ext cx="3657600" cy="881481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740664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023360"/>
            <a:ext cx="7406640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18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7162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7608"/>
            <a:ext cx="3657600" cy="716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23616"/>
            <a:ext cx="3657600" cy="7162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9624"/>
            <a:ext cx="3657600" cy="716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75632"/>
            <a:ext cx="3657600" cy="7162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501640"/>
            <a:ext cx="3657600" cy="716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740664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023360"/>
            <a:ext cx="7406640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19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59827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79606"/>
            <a:ext cx="3657600" cy="59827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7613"/>
            <a:ext cx="3657600" cy="59827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95620"/>
            <a:ext cx="3657600" cy="59827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3627"/>
            <a:ext cx="3657600" cy="59827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11634"/>
            <a:ext cx="3657600" cy="59827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19641"/>
            <a:ext cx="3657600" cy="598278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09728" rIns="109728" bIns="109728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7406640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023360"/>
            <a:ext cx="7406640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20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21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731520" cy="36576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5105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HAAS LANGUAGE  •  SOLID HIGH-CONTRAST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</a:defRPr>
            </a:pPr>
            <a:r>
              <a:t>SLIDE 22 /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2000" b="1">
                <a:solidFill>
                  <a:srgbClr val="14C8B0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 bIns="182880"/>
          <a:lstStyle/>
          <a:p>
            <a:pPr algn="ctr">
              <a:defRPr sz="1800" b="1">
                <a:solidFill>
                  <a:srgbClr val="14C8B0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