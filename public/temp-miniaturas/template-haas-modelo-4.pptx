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943600" cy="48463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2000">
                <a:solidFill>
                  <a:srgbClr val="334155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371600"/>
            <a:ext cx="512064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Hero da Capa]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4754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7406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943600" cy="29260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59436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463040"/>
            <a:ext cx="5120640" cy="4754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Aquecimento]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057400" cy="4754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63040"/>
            <a:ext cx="205740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463040"/>
            <a:ext cx="2057400" cy="4754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463040"/>
            <a:ext cx="205740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463040"/>
            <a:ext cx="2057400" cy="4754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2286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2286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2286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4864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&amp; Recomendação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1247120" cy="2286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1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2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160020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3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1752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4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315468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5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709160"/>
            <a:ext cx="411480" cy="41148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6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7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1600200"/>
            <a:ext cx="411480" cy="41148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8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1752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9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3154680"/>
            <a:ext cx="411480" cy="41148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10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709160"/>
            <a:ext cx="411480" cy="41148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2468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2471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2471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5549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780" y="1463040"/>
            <a:ext cx="55549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65760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70891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4710" y="1463040"/>
            <a:ext cx="270891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463040"/>
            <a:ext cx="270891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6850" y="1463040"/>
            <a:ext cx="270891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13969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463040"/>
            <a:ext cx="213969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1463040"/>
            <a:ext cx="213969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9208" y="1463040"/>
            <a:ext cx="213969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56064" y="1463040"/>
            <a:ext cx="213969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7602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6020" y="1463040"/>
            <a:ext cx="17602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17602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463040"/>
            <a:ext cx="17602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17602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35540" y="1463040"/>
            <a:ext cx="17602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4965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1291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27617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3942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0268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06594" y="1463040"/>
            <a:ext cx="148916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7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112471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2471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24712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2471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91440" cy="6309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Dynamic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2471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1124712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