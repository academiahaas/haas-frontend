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71600"/>
            <a:ext cx="5029200" cy="4572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[Imagem de Capa da Aula]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47472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03120"/>
            <a:ext cx="7498079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59436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5943600" cy="16459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286000"/>
            <a:ext cx="502920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[Imagem de Aquecimento / Warm-up]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O que vamos alcançar hoje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2471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Consolidação e redução de tradução.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exemplos práticos da estrutura principal - Bloco 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exemplos práticos da estrutura principal - Bloco 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exemplos práticos da estrutura principal - Bloco 3]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471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12471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r>
              <a:t>O professor pode rodar o áudio/vídeo ou deixar como recomendação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1: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35808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2: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77056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3: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18304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4: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59552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5: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6: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35808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7: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77056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8: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18304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9: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59552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10: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11247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12471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55092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2057400"/>
            <a:ext cx="55092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35966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2057400"/>
            <a:ext cx="35966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2057400"/>
            <a:ext cx="35966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13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399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4624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458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410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3525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9851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6177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2502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88828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15154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47120" cy="12801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2471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