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371600"/>
            <a:ext cx="5029200" cy="4572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[Imagem de Capa da Aula]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47472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03120"/>
            <a:ext cx="7498079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Alunos Presentes: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1. [Nome do Aluno]</a:t>
            </a:r>
            <a:br/>
            <a:r>
              <a:t>2. [Nome do Aluno]</a:t>
            </a:r>
            <a:br/>
            <a:r>
              <a:t>3. [Nome do Aluno]</a:t>
            </a:r>
            <a:br/>
            <a:r>
              <a:t>4. [Nome do Aluno]</a:t>
            </a:r>
            <a:br/>
            <a:r>
              <a:t>5. [Nome do Aluno]</a:t>
            </a:r>
            <a:br/>
            <a:r>
              <a:t>6. [Nome do Aluno]</a:t>
            </a:r>
            <a:br/>
            <a:r>
              <a:t>7. [Nome do Aluno]</a:t>
            </a:r>
            <a:br/>
            <a:r>
              <a:t>8. [Nome do Aluno]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59436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5943600" cy="16459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286000"/>
            <a:ext cx="502920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[Imagem de Aquecimento / Warm-up]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O que vamos alcançar hoje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124712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Consolidação e redução de tradução.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Estratégia Multinível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Conteúdo Principal (Nível Inicial / Básico):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exemplos simples para os níveis Inicial e Básico - Bloco 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Nuances &amp; Exceções</a:t>
            </a:r>
            <a:br/>
            <a:r>
              <a:t>(Nível Independente / Avançado):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[Nuances gramaticais detalhadas para alunos avançados]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Estratégia Multinível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Conteúdo Principal (Nível Inicial / Básico):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exemplos simples para os níveis Inicial e Básico - Bloco 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Nuances &amp; Exceções</a:t>
            </a:r>
            <a:br/>
            <a:r>
              <a:t>(Nível Independente / Avançado):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[Nuances gramaticais detalhadas para alunos avançados]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Estratégia Multinível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Conteúdo Principal (Nível Inicial / Básico):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exemplos simples para os níveis Inicial e Básico - Bloco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Nuances &amp; Exceções</a:t>
            </a:r>
            <a:br/>
            <a:r>
              <a:t>(Nível Independente / Avançado):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[Nuances gramaticais detalhadas para alunos avançados]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Resumo e Recomendação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12471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r>
              <a:t>O professor pode rodar o áudio/vídeo ou deixar como recomendação extra.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Máximo de 10 Exercícios Guiados (Correção de Vícios)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1: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[Lacunas contextualizadas com opções] — Inicial / Descoberta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35808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2: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[Lacunas contextualizadas com opções] — Básico / Conexão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77056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3: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[Preenchimento direto de verbos] — Básico / Conexão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18304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4: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[Reestruturação / Transformação] — Intermediário / Autônomo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59552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5: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[Reestruturação / Transformação] — Intermediário / Autônomo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Desafios para Níveis Superiores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6: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[Preposição / Conector correto] — Intermediário / Autônomo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35808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7: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[Escolha de opção correta] — Independente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77056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8: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[Substituição por sinônimo formal] — Independente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18304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9: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[Identificação de erro e correção] — Avançado / Especialista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59552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10: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[Tradução de sentido sem uso literal] — Avançado / Especialista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Pergunta 1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1554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1: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[Pergunta principal 1] — Inicial / Descoberta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Visuais (Apoio ao Aluno):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Pergunta 2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Histórico de Perguntas Anteriores: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1. [Pergunta principal 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1554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2: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[Pergunta principal 2] — Básico / Conexão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79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Visuais (Apoio ao Aluno):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Pergunta 3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Histórico de Perguntas Anteriores: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1. [Pergunta principal 1]</a:t>
            </a:r>
            <a:br/>
            <a:r>
              <a:t>2. [Pergunta principal 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1554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3: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[Pergunta principal 3] — Básico / Conexão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79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Visuais (Apoio ao Aluno):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Pergunta 4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Histórico de Perguntas Anteriores: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1. [Pergunta principal 1]</a:t>
            </a:r>
            <a:br/>
            <a:r>
              <a:t>2. [Pergunta principal 2]</a:t>
            </a:r>
            <a:br/>
            <a:r>
              <a:t>3. [Pergunta principal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1554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4: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[Pergunta principal 4] — Intermediário / Autônomo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79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Visuais (Apoio ao Aluno):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Pergunta 5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Histórico de Perguntas Anteriores: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1. [Pergunta principal 1]</a:t>
            </a:r>
            <a:br/>
            <a:r>
              <a:t>2. [Pergunta principal 2]</a:t>
            </a:r>
            <a:br/>
            <a:r>
              <a:t>3. [Pergunta principal 3]</a:t>
            </a:r>
            <a:br/>
            <a:r>
              <a:t>4. [Pergunta principal 4]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1554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5: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[Pergunta principal 5] — Intermediário / Autônomo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79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Visuais (Apoio ao Aluno):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Pergunta 6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Histórico de Perguntas Anteriores: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1. [Pergunta principal 1]</a:t>
            </a:r>
            <a:br/>
            <a:r>
              <a:t>2. [Pergunta principal 2]</a:t>
            </a:r>
            <a:br/>
            <a:r>
              <a:t>3. [Pergunta principal 3]</a:t>
            </a:r>
            <a:br/>
            <a:r>
              <a:t>4. [Pergunta principal 4]</a:t>
            </a:r>
            <a:br/>
            <a:r>
              <a:t>5. [Pergunta principal 5]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1554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6: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[Pergunta principal 6] — Independente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79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Visuais (Apoio ao Aluno):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Pergunta 7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Histórico de Perguntas Anteriores: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1. [Pergunta principal 1]</a:t>
            </a:r>
            <a:br/>
            <a:r>
              <a:t>2. [Pergunta principal 2]</a:t>
            </a:r>
            <a:br/>
            <a:r>
              <a:t>3. [Pergunta principal 3]</a:t>
            </a:r>
            <a:br/>
            <a:r>
              <a:t>4. [Pergunta principal 4]</a:t>
            </a:r>
            <a:br/>
            <a:r>
              <a:t>5. [Pergunta principal 5]</a:t>
            </a:r>
            <a:br/>
            <a:r>
              <a:t>6. [Pergunta principal 6]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1554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7: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[Pergunta principal 7] — Independente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79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Visuais (Apoio ao Aluno):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Pergunta 8 de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4F35E2"/>
                </a:solidFill>
              </a:defRPr>
            </a:pPr>
            <a:r>
              <a:t>Histórico de Perguntas Anteriores: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1. [Pergunta principal 1]</a:t>
            </a:r>
            <a:br/>
            <a:r>
              <a:t>2. [Pergunta principal 2]</a:t>
            </a:r>
            <a:br/>
            <a:r>
              <a:t>3. [Pergunta principal 3]</a:t>
            </a:r>
            <a:br/>
            <a:r>
              <a:t>4. [Pergunta principal 4]</a:t>
            </a:r>
            <a:br/>
            <a:r>
              <a:t>5. [Pergunta principal 5]</a:t>
            </a:r>
            <a:br/>
            <a:r>
              <a:t>6. [Pergunta principal 6]</a:t>
            </a:r>
            <a:br/>
            <a:r>
              <a:t>7. [Pergunta principal 7]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1554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8: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[Pergunta principal 8] — Avançado / Especialista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79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Sub-prompts Visuais (Apoio ao Aluno):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 dependendo do nível]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1247120" cy="12801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57038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868680"/>
            <a:ext cx="137160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Haas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22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2471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