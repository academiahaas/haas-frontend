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 / 22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914400"/>
            <a:ext cx="5029200" cy="5029200"/>
          </a:xfrm>
          <a:prstGeom prst="ellipse">
            <a:avLst/>
          </a:prstGeom>
          <a:solidFill>
            <a:srgbClr val="EDE9FE"/>
          </a:solidFill>
          <a:ln w="381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Hero Circular]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0F2F1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Presença &amp; Integrantes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1124712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Aquecimento / Warm-up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6400800" cy="1828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1645920"/>
            <a:ext cx="4114800" cy="4114800"/>
          </a:xfrm>
          <a:prstGeom prst="ellipse">
            <a:avLst/>
          </a:prstGeom>
          <a:solidFill>
            <a:srgbClr val="EDE9FE"/>
          </a:solidFill>
          <a:ln w="381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Circular]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Objetivos da Aula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68580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371600"/>
            <a:ext cx="402336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 Nossa Metodologia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1828800"/>
            <a:ext cx="2560320" cy="2560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 algn="ctr"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2" name="Oval 11"/>
          <p:cNvSpPr/>
          <p:nvPr/>
        </p:nvSpPr>
        <p:spPr>
          <a:xfrm>
            <a:off x="2651760" y="3200400"/>
            <a:ext cx="2560320" cy="256032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 algn="ctr"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1828800"/>
            <a:ext cx="2560320" cy="2560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3. Prática</a:t>
            </a:r>
          </a:p>
          <a:p>
            <a:pPr algn="ctr"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79" y="3200400"/>
            <a:ext cx="2560320" cy="256032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 algn="ctr"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5" name="Oval 14"/>
          <p:cNvSpPr/>
          <p:nvPr/>
        </p:nvSpPr>
        <p:spPr>
          <a:xfrm>
            <a:off x="9235440" y="1828800"/>
            <a:ext cx="2560320" cy="2560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 algn="ctr"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Consolidação visual.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54864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4864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54864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4864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54864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4864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Correção de Vícios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972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645920"/>
            <a:ext cx="548640" cy="548640"/>
          </a:xfrm>
          <a:prstGeom prst="ellipse">
            <a:avLst/>
          </a:prstGeom>
          <a:solidFill>
            <a:srgbClr val="4F35E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5029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200400"/>
            <a:ext cx="548640" cy="548640"/>
          </a:xfrm>
          <a:prstGeom prst="ellipse">
            <a:avLst/>
          </a:prstGeom>
          <a:solidFill>
            <a:srgbClr val="14C8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651760"/>
            <a:ext cx="5029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6" name="Oval 15"/>
          <p:cNvSpPr/>
          <p:nvPr/>
        </p:nvSpPr>
        <p:spPr>
          <a:xfrm>
            <a:off x="6446520" y="3200400"/>
            <a:ext cx="548640" cy="548640"/>
          </a:xfrm>
          <a:prstGeom prst="ellipse">
            <a:avLst/>
          </a:prstGeom>
          <a:solidFill>
            <a:srgbClr val="14C8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029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5074920"/>
            <a:ext cx="548640" cy="548640"/>
          </a:xfrm>
          <a:prstGeom prst="ellipse">
            <a:avLst/>
          </a:prstGeom>
          <a:solidFill>
            <a:srgbClr val="4F35E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480560"/>
            <a:ext cx="5029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5074920"/>
            <a:ext cx="548640" cy="548640"/>
          </a:xfrm>
          <a:prstGeom prst="ellipse">
            <a:avLst/>
          </a:prstGeom>
          <a:solidFill>
            <a:srgbClr val="4F35E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Desafios Práticos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972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645920"/>
            <a:ext cx="548640" cy="548640"/>
          </a:xfrm>
          <a:prstGeom prst="ellipse">
            <a:avLst/>
          </a:prstGeom>
          <a:solidFill>
            <a:srgbClr val="14C8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5029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200400"/>
            <a:ext cx="548640" cy="548640"/>
          </a:xfrm>
          <a:prstGeom prst="ellipse">
            <a:avLst/>
          </a:prstGeom>
          <a:solidFill>
            <a:srgbClr val="4F35E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651760"/>
            <a:ext cx="5029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6" name="Oval 15"/>
          <p:cNvSpPr/>
          <p:nvPr/>
        </p:nvSpPr>
        <p:spPr>
          <a:xfrm>
            <a:off x="6446520" y="3200400"/>
            <a:ext cx="548640" cy="548640"/>
          </a:xfrm>
          <a:prstGeom prst="ellipse">
            <a:avLst/>
          </a:prstGeom>
          <a:solidFill>
            <a:srgbClr val="4F35E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029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5074920"/>
            <a:ext cx="548640" cy="548640"/>
          </a:xfrm>
          <a:prstGeom prst="ellipse">
            <a:avLst/>
          </a:prstGeom>
          <a:solidFill>
            <a:srgbClr val="14C8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480560"/>
            <a:ext cx="5029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5074920"/>
            <a:ext cx="548640" cy="548640"/>
          </a:xfrm>
          <a:prstGeom prst="ellipse">
            <a:avLst/>
          </a:prstGeom>
          <a:solidFill>
            <a:srgbClr val="14C8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>
                <a:solidFill>
                  <a:srgbClr val="4F35E2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124712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640080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7160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640080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71600"/>
            <a:ext cx="4572000" cy="2368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849624"/>
            <a:ext cx="4572000" cy="2368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640080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71600"/>
            <a:ext cx="4572000" cy="15422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23616"/>
            <a:ext cx="4572000" cy="15422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675632"/>
            <a:ext cx="4572000" cy="15422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640080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71600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610612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849624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5088636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640080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71600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362809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354019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345228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5336438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640080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71600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197608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023616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849624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675632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5501640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640080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71600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079606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787613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495620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203627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911634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619641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20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Atividade de Escrita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11247120" cy="2011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Ação e Prática Contínua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OVERLAPPING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22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Considerações Finais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112471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