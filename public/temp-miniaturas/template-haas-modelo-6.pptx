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1645920"/>
            <a:ext cx="4389120" cy="4114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[Imagem de Capa / Arte da Aula]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4592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13716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11247120" cy="32918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109728" cy="32918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3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5943600" cy="29260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109728" cy="29260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943600" cy="1737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109728" cy="17373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1371600"/>
            <a:ext cx="50292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de Aquecimento]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4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30175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109728" cy="16459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5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20574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97480" y="1371600"/>
            <a:ext cx="2057400" cy="48463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371600"/>
            <a:ext cx="109728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1371600"/>
            <a:ext cx="20574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371600"/>
            <a:ext cx="109728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78040" y="1371600"/>
            <a:ext cx="20574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0" y="1371600"/>
            <a:ext cx="2057400" cy="48463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Consolidação e redução de tradução.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1371600"/>
            <a:ext cx="109728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6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68580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1371600"/>
            <a:ext cx="411480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371600"/>
            <a:ext cx="109728" cy="22860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0" y="3840480"/>
            <a:ext cx="41148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840480"/>
            <a:ext cx="109728" cy="2377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7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68580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1371600"/>
            <a:ext cx="411480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371600"/>
            <a:ext cx="109728" cy="22860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0" y="3840480"/>
            <a:ext cx="41148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840480"/>
            <a:ext cx="109728" cy="2377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8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68580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1371600"/>
            <a:ext cx="411480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371600"/>
            <a:ext cx="109728" cy="22860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0" y="3840480"/>
            <a:ext cx="41148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840480"/>
            <a:ext cx="109728" cy="2377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9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23774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r>
              <a:t>O professor pode rodar o áudio/vídeo ou deixar como recomendação extra.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10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1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4864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2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48132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54864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3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3580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4864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4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303580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5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11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6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486400" cy="13716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7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48132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5486400" cy="13716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8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3580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486400" cy="13716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9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303580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10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24688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1124712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109728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13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14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55498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1371600"/>
            <a:ext cx="555498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15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65760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65760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65760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16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70891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3270" y="1371600"/>
            <a:ext cx="270891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9340" y="1371600"/>
            <a:ext cx="270891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5410" y="1371600"/>
            <a:ext cx="270891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17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139696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4056" y="1371600"/>
            <a:ext cx="2139696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0912" y="1371600"/>
            <a:ext cx="2139696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7768" y="1371600"/>
            <a:ext cx="2139696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4624" y="1371600"/>
            <a:ext cx="2139696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18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76022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4580" y="1371600"/>
            <a:ext cx="176022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371600"/>
            <a:ext cx="176022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1371600"/>
            <a:ext cx="176022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176022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44100" y="1371600"/>
            <a:ext cx="176022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19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489165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3525" y="1371600"/>
            <a:ext cx="1489165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9851" y="1371600"/>
            <a:ext cx="1489165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6177" y="1371600"/>
            <a:ext cx="1489165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2502" y="1371600"/>
            <a:ext cx="1489165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88828" y="1371600"/>
            <a:ext cx="1489165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15154" y="1371600"/>
            <a:ext cx="1489165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20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109728" cy="2560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4712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109728" cy="21031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21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109728" cy="47548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097280" cy="76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54480" y="182880"/>
            <a:ext cx="548640" cy="76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82880"/>
            <a:ext cx="274320" cy="76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0" y="1371600"/>
            <a:ext cx="182880" cy="13716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0" y="2926080"/>
            <a:ext cx="182880" cy="73152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CUBIST GEOMETRIC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109728" cy="18288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11247120" cy="27432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109728" cy="2743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