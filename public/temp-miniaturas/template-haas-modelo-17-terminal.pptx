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[01/22]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400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$ init_haas_lesson.sh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[Título da Aula / Tema Principal]</a:t>
            </a:r>
            <a:br/>
            <a:br/>
            <a:r>
              <a:t>// Subtítulo / Descrição da Aula</a:t>
            </a:r>
            <a:br/>
            <a:br/>
            <a:r>
              <a:t>&gt;_ SYSTEM_DATE: [DD/MM/AAAA]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🖼️ assets/cover_hero.png</a:t>
            </a:r>
          </a:p>
        </p:txBody>
      </p:sp>
      <p:sp>
        <p:nvSpPr>
          <p:cNvPr id="10" name="Oval 9"/>
          <p:cNvSpPr/>
          <p:nvPr/>
        </p:nvSpPr>
        <p:spPr>
          <a:xfrm>
            <a:off x="72694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523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[02/22]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SESSION_USERS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Lista de Participantes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$ cat /etc/teachers.cfg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Professor(a): [Nome do(a) Professor(a)]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12471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$ cat /etc/students.cfg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Aluno(s): [Nome do Aluno / Lista da Turma]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3101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3101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3101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[03/22]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WARMUP_THREAD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PROMPT_QUESTION: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6400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NEUROSCIENCE_LOG: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04164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4164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0416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🖼️ assets/warmup_media.png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23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[04/22]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LESSON_OBJECTIVES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Metas da 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858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&gt;_ TASKS_TO_COMPLETE: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[x] [Objetivo 1]</a:t>
            </a:r>
            <a:br/>
            <a:r>
              <a:t>[x] [Objetivo 2]</a:t>
            </a:r>
            <a:br/>
            <a:r>
              <a:t>[x] [Objetivo 3]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WRITING_FOCUS_NOTE: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Nesta aula daremos atenção à escrita para reforçar a memorização de estruturas e reduzir a interferência da língua materna.</a:t>
            </a:r>
          </a:p>
        </p:txBody>
      </p:sp>
      <p:sp>
        <p:nvSpPr>
          <p:cNvPr id="13" name="Oval 12"/>
          <p:cNvSpPr/>
          <p:nvPr/>
        </p:nvSpPr>
        <p:spPr>
          <a:xfrm>
            <a:off x="77266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924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[05/22]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HAAS_METHODOLOGY_PIPELINE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Fluxo de Aprendizado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[01/05] FALA_ATIVA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9152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[02/05] EXPOSICAO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46704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[03/05] PRATICA_GUIADA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34256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[04/05] CONVERSACAO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21808"/>
            <a:ext cx="1124712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[05/05] ESCRITA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Consolidação visual e memorização.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[06/22]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GRAMMAR_EXPOSITION_01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858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&gt;_ CORE_CONCEPT: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CODE_EXAMPLES: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Oval 11"/>
          <p:cNvSpPr/>
          <p:nvPr/>
        </p:nvSpPr>
        <p:spPr>
          <a:xfrm>
            <a:off x="77266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95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SYSTEM_EXCEPTIONS: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Oval 15"/>
          <p:cNvSpPr/>
          <p:nvPr/>
        </p:nvSpPr>
        <p:spPr>
          <a:xfrm>
            <a:off x="7726680" y="39502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9560" y="39502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39502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[07/22]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GRAMMAR_EXPOSITION_02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858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&gt;_ CORE_CONCEPT: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CODE_EXAMPLES: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Oval 11"/>
          <p:cNvSpPr/>
          <p:nvPr/>
        </p:nvSpPr>
        <p:spPr>
          <a:xfrm>
            <a:off x="77266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95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SYSTEM_EXCEPTIONS: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Oval 15"/>
          <p:cNvSpPr/>
          <p:nvPr/>
        </p:nvSpPr>
        <p:spPr>
          <a:xfrm>
            <a:off x="7726680" y="39502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9560" y="39502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39502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[08/22]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GRAMMAR_EXPOSITION_03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858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&gt;_ CORE_CONCEPT: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CODE_EXAMPLES: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Oval 11"/>
          <p:cNvSpPr/>
          <p:nvPr/>
        </p:nvSpPr>
        <p:spPr>
          <a:xfrm>
            <a:off x="77266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95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840480"/>
            <a:ext cx="4114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SYSTEM_EXCEPTIONS: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6" name="Oval 15"/>
          <p:cNvSpPr/>
          <p:nvPr/>
        </p:nvSpPr>
        <p:spPr>
          <a:xfrm>
            <a:off x="7726680" y="39502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9560" y="39502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39502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[09/22]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LESSON_SUMMARY_AND_MEDIA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&gt;_ SUMMARY_LOG: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🎵 CULTURAL_RECOMMENDATION: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[10/22]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PRACTICE_TASKS_01_05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614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7614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902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45902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[11/22]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PRACTICE_TASKS_06_10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614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7614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902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0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4590288"/>
            <a:ext cx="73152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C8B0"/>
                </a:solidFill>
              </a:defRPr>
            </a:pPr>
            <a:r>
              <a:t>$10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[12/22]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[1/8]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&gt;_ ACTIVE_QUESTION_01: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[13/22]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[2/8]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ACTIVE_QUESTION_02: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4" name="Oval 13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[14/22]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[3/8]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232257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03904"/>
            <a:ext cx="3931920" cy="232257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ACTIVE_QUESTION_03: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[15/22]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[4/8]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1511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93136"/>
            <a:ext cx="3931920" cy="1511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4672"/>
            <a:ext cx="3931920" cy="1511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question_03.sh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ACTIVE_QUESTION_04: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6" name="Oval 15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[16/22]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[5/8]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11064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87752"/>
            <a:ext cx="3931920" cy="11064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03904"/>
            <a:ext cx="3931920" cy="11064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question_03.sh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0056"/>
            <a:ext cx="3931920" cy="11064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question_04.sh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ACTIVE_QUESTION_05: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7" name="Oval 16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[17/22]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[6/8]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8631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44521"/>
            <a:ext cx="3931920" cy="8631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7443"/>
            <a:ext cx="3931920" cy="8631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question_03.sh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0364"/>
            <a:ext cx="3931920" cy="8631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question_04.sh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63286"/>
            <a:ext cx="3931920" cy="8631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question_05.sh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ACTIVE_QUESTION_06: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Oval 13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[18/22]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[7/8]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82368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93136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question_03.sh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03904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question_04.sh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14672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question_05.sh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25440"/>
            <a:ext cx="3931920" cy="701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question_06.sh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6 sobre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ACTIVE_QUESTION_07: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[19/22]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SPEAKING_CONS_THREAD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Running Process [8/8]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question_01.sh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1 sobre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66543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question_02.sh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2 sobre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61488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question_03.sh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3 sobre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56432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question_04.sh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4 sobre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51376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question_05.sh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5 sobre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question_06.sh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6 sobre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41264"/>
            <a:ext cx="3931920" cy="58521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 bIns="164592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📄 question_07.sh</a:t>
            </a:r>
          </a:p>
          <a:p>
            <a:pPr>
              <a:spcBef>
                <a:spcPts val="600"/>
              </a:spcBef>
              <a:defRPr sz="900">
                <a:solidFill>
                  <a:srgbClr val="FFFFFF"/>
                </a:solidFill>
              </a:defRPr>
            </a:pPr>
            <a:r>
              <a:t>[Pergunta principal 7 sobre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371600"/>
            <a:ext cx="70408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&gt;_ ACTIVE_QUESTION_08: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6" name="Oval 15"/>
          <p:cNvSpPr/>
          <p:nvPr/>
        </p:nvSpPr>
        <p:spPr>
          <a:xfrm>
            <a:off x="480060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6636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4023360"/>
            <a:ext cx="70408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// TEACHER_SUPPORT_NOTES: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20" name="Oval 19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83480" y="41330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66360" y="41330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[20/22]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WRITING_TASK_EXECUTION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&gt;_ RECOMMENDED_TASK: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92608" rIns="228600" bIns="164592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// PEDAGOGICAL_RATIONALE: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245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2245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2245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[21/22]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HOMEWORK_ASSIGNMENT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&gt;_ CONTINUOUS_PRACTICE: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C8B0"/>
                </a:solidFill>
              </a:defRPr>
            </a:pPr>
            <a:r>
              <a:t>haas-cli  •  COMMAND PROMPT EDITION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SLOT [22/22]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&gt;_ SESSION_TERMINATED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14C8B0"/>
                </a:solidFill>
              </a:defRPr>
            </a:pPr>
            <a:r>
              <a:t>// 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&gt;_ THANK_YOU: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48132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4813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92608" rIns="228600" bIns="164592"/>
          <a:lstStyle/>
          <a:p>
            <a:pPr algn="ctr">
              <a:defRPr sz="1800" b="1">
                <a:solidFill>
                  <a:srgbClr val="94A3B8"/>
                </a:solidFill>
              </a:defRPr>
            </a:pPr>
            <a:r>
              <a:t>// QUICK_FEEDBACK_LOG: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49300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4930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