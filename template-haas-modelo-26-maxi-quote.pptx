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//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583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MAXI-QUOTE COVER</a:t>
            </a:r>
          </a:p>
          <a:p>
            <a:pPr>
              <a:spcBef>
                <a:spcPts val="400"/>
              </a:spcBef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389120" cy="45720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[Visual Editorial]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Citação Editorial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DOCENTE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77295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TURMA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SPEECH TRIGGER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“[Insira aqui a pergunta provocativa de aquecimento]”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NEURO RATIONALE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Citações de Foco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#01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6400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#02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64008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#03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WRITING FOCUS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PASSO 01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57784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PASSO 02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03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84048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PASSO 04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4. Conversa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05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 QUOTE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5720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0480"/>
            <a:ext cx="457200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 QUOTE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5720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0480"/>
            <a:ext cx="457200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 QUOTE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5720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0480"/>
            <a:ext cx="457200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74904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MEDIA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07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08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09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486400" cy="1645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10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1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SPEAKING HERO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Q01: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</a:defRPr>
            </a:pPr>
            <a:r>
              <a:t>“[Pergunta principal 1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77295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2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Q02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Q02: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2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3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Q03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Q03: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3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232257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803904"/>
            <a:ext cx="4572000" cy="2322576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712464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4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Q04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Q04: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4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151180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93136"/>
            <a:ext cx="4572000" cy="1511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01696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614672"/>
            <a:ext cx="4572000" cy="151180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523232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5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Q05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Q05: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5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1106424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587752"/>
            <a:ext cx="4572000" cy="1106424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496312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803904"/>
            <a:ext cx="4572000" cy="1106424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12464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020056"/>
            <a:ext cx="4572000" cy="1106424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928616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6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Q06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Q06: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6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86319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344521"/>
            <a:ext cx="4572000" cy="86319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53081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317443"/>
            <a:ext cx="4572000" cy="86319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26003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90364"/>
            <a:ext cx="4572000" cy="863193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98924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263286"/>
            <a:ext cx="4572000" cy="863193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171846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7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Q07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Q07: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7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7010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182368"/>
            <a:ext cx="4572000" cy="701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090928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993136"/>
            <a:ext cx="4572000" cy="7010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901696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803904"/>
            <a:ext cx="4572000" cy="701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12464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614672"/>
            <a:ext cx="4572000" cy="7010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523232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425440"/>
            <a:ext cx="4572000" cy="701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3340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8 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ACTIVE Q08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Q08: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“[Pergunta principal 8 sobre o tema]”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58521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66543"/>
            <a:ext cx="4572000" cy="585216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975103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761488"/>
            <a:ext cx="4572000" cy="58521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670048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56432"/>
            <a:ext cx="4572000" cy="585216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364992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151376"/>
            <a:ext cx="4572000" cy="58521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059936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846320"/>
            <a:ext cx="4572000" cy="585216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7548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5541264"/>
            <a:ext cx="4572000" cy="585216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Q07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449824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WRITING TASK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77295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NEURO RATIONALE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HOMEWORK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4C8B0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MAXI-QUOTE EDITORIAL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THANKS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“Obrigado pela dedicação na aula de hoje!”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F35E2"/>
                </a:solidFill>
              </a:defRPr>
            </a:pPr>
            <a:r>
              <a:t>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1277295" cy="2560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FEEDBACK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8A"/>
                </a:solidFill>
              </a:defRPr>
            </a:pPr>
            <a:r>
              <a:t>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